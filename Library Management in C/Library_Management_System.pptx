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822960"/>
            <a:ext cx="201168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0" y="1371600"/>
            <a:ext cx="2286000" cy="45720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0" y="1920240"/>
            <a:ext cx="1828800" cy="4572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0" y="2468880"/>
            <a:ext cx="21031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292608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22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MINI PROJECT – SEM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5943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Library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1DCE8"/>
                </a:solidFill>
              </a:rPr>
              <a:t>A C Programming Mini Project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4348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MIT World Peace University, Pune</a:t>
            </a:r>
            <a:pPr indent="0" marL="0">
              <a:buNone/>
            </a:pPr>
            <a:r>
              <a:rPr lang="en-US" sz="1300" dirty="0">
                <a:solidFill>
                  <a:srgbClr val="D1DCE8"/>
                </a:solidFill>
              </a:rPr>
              <a:t>   |   B.Tech CSE Core   |   Semester 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&amp; 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Managing physical library records manually is:
</a:t>
            </a:r>
            <a:pPr indent="0" marL="0">
              <a:buNone/>
            </a:pPr>
            <a:r>
              <a:rPr lang="en-US" sz="1300" dirty="0">
                <a:solidFill>
                  <a:srgbClr val="1A2E4A"/>
                </a:solidFill>
              </a:rPr>
              <a:t>• Time consuming and error-prone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4A"/>
                </a:solidFill>
              </a:rPr>
              <a:t>• Difficult to search and track books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4A"/>
                </a:solidFill>
              </a:rPr>
              <a:t>• Hard to manage issue/return records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Solution: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4A"/>
                </a:solidFill>
              </a:rPr>
              <a:t>A console-based Library Management System in C that digitises all operations — adding, searching, issuing, returning and deleting books.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206240" cy="3566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19B"/>
                </a:solidFill>
              </a:rPr>
              <a:t>Project Objectives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563624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15087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Apply structures &amp; arrays in 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54880" y="2066544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066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20116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Implement CRUD operations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54880" y="2569464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2514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Use functions &amp; modular code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3072384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30175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Practice string operations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3575304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575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35204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Build a menu-driven program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54880" y="4078224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4078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40233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Demonstrate real-world logic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Algorithm &amp; Program 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</a:rPr>
              <a:t>Algorithm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32004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813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4813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START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65376"/>
            <a:ext cx="32004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6537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1865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Display Main Menu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49424"/>
            <a:ext cx="32004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4942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22494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Accept user choice (1-7)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33472"/>
            <a:ext cx="32004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334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26334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Execute selected operation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32004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17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" y="30175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Validate input &amp; process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401568"/>
            <a:ext cx="32004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015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34015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Display result/confirmation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785616"/>
            <a:ext cx="32004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856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37856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Repeat until Exit (choice = 7)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169664"/>
            <a:ext cx="32004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169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" y="41696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STOP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100584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</a:rPr>
              <a:t>Program Flowchart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26480" y="1508760"/>
            <a:ext cx="1280160" cy="347472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15087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66560" y="1856232"/>
            <a:ext cx="0" cy="109728"/>
          </a:xfrm>
          <a:prstGeom prst="line">
            <a:avLst/>
          </a:prstGeom>
          <a:noFill/>
          <a:ln w="19050">
            <a:solidFill>
              <a:srgbClr val="3D5A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52160" y="1993392"/>
            <a:ext cx="182880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0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Display Menu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66560" y="2340864"/>
            <a:ext cx="0" cy="109728"/>
          </a:xfrm>
          <a:prstGeom prst="line">
            <a:avLst/>
          </a:prstGeom>
          <a:noFill/>
          <a:ln w="19050">
            <a:solidFill>
              <a:srgbClr val="3D5A7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52160" y="2450592"/>
            <a:ext cx="18288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2450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 Choice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766560" y="2798064"/>
            <a:ext cx="0" cy="109728"/>
          </a:xfrm>
          <a:prstGeom prst="line">
            <a:avLst/>
          </a:prstGeom>
          <a:noFill/>
          <a:ln w="19050">
            <a:solidFill>
              <a:srgbClr val="3D5A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52160" y="2907792"/>
            <a:ext cx="1828800" cy="347472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Execute Op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766560" y="3255264"/>
            <a:ext cx="0" cy="109728"/>
          </a:xfrm>
          <a:prstGeom prst="line">
            <a:avLst/>
          </a:prstGeom>
          <a:noFill/>
          <a:ln w="19050">
            <a:solidFill>
              <a:srgbClr val="3D5A7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52160" y="3364992"/>
            <a:ext cx="18288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5216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Show Result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766560" y="3712464"/>
            <a:ext cx="0" cy="109728"/>
          </a:xfrm>
          <a:prstGeom prst="line">
            <a:avLst/>
          </a:prstGeom>
          <a:noFill/>
          <a:ln w="19050">
            <a:solidFill>
              <a:srgbClr val="3D5A7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35040" y="3822192"/>
            <a:ext cx="146304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35040" y="38221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Exit?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26480" y="4279392"/>
            <a:ext cx="12801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42793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STOP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766560" y="4169664"/>
            <a:ext cx="0" cy="109728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35240" y="3995928"/>
            <a:ext cx="914400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80960" y="37033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7E22"/>
                </a:solidFill>
              </a:rPr>
              <a:t>NO 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67E22"/>
                </a:solidFill>
              </a:rPr>
              <a:t>loop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Features &amp; Modules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8892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0515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Add Book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Enter ISBN, title, author, price. Duplicate ISBN check built-in.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05840"/>
            <a:ext cx="278892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515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21608" y="10515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Display All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46304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Lists all books with status: Available or Issued.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05840"/>
            <a:ext cx="2788920" cy="384048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0515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01968" y="10515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Search Book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46304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Linear search by ISBN. Shows all details instantly.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269748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697480"/>
            <a:ext cx="278892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432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27432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Issue Book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15468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Marks book as Issued. Prevents double issuing.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154680" y="269748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697480"/>
            <a:ext cx="2788920" cy="384048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7432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21608" y="27432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Return Book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315468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Marks issued book as Available again.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35040" y="269748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697480"/>
            <a:ext cx="27889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7432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01968" y="27432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Delete Book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72200" y="315468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Removes book. Cannot delete currently issued books.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Source Code Highlights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12064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120640" cy="34747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BB"/>
                </a:solidFill>
              </a:rPr>
              <a:t>library_management.c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Book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  isbn;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  title[100];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  author[100];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 price;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  issued;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addBook()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scanf("%d", &amp;isbn);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library[count].issued = 0;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bookCount++;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searchBook()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for(i=0; i&lt;bookCount; i++)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if(library[i].isbn==isbn)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found!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77840" y="1005840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0" y="1005840"/>
            <a:ext cx="73152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10515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struct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130759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7A"/>
                </a:solidFill>
              </a:rPr>
              <a:t>Custom data type for Book record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1755648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77840" y="1755648"/>
            <a:ext cx="73152" cy="6583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801368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Array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20574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7A"/>
                </a:solidFill>
              </a:rPr>
              <a:t>Stores up to 100 books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2505456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77840" y="2505456"/>
            <a:ext cx="73152" cy="658368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2551176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919B"/>
                </a:solidFill>
              </a:rPr>
              <a:t>Functions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280720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7A"/>
                </a:solidFill>
              </a:rPr>
              <a:t>Modular: add, search, issue etc.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0" y="3255264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77840" y="3255264"/>
            <a:ext cx="73152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3300984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Loops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15000" y="355701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7A"/>
                </a:solidFill>
              </a:rPr>
              <a:t>Linear search &amp; display all books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4005072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77840" y="4005072"/>
            <a:ext cx="73152" cy="658368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405079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A5A"/>
                </a:solidFill>
              </a:rPr>
              <a:t>Switch-Case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15000" y="430682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7A"/>
                </a:solidFill>
              </a:rPr>
              <a:t>Menu-driven program control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Sample Output &amp; Program Menu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029200" cy="3749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0292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● ● ●  Terminal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MIT World Peace University, Pune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LIBRARY MANAGEMENT SYSTEM IN 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[1] Add New Book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[2] Display All Books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[3] Search Book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[4] Issue Book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[5] Return Book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[6] Delete Book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[7] Exit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Enter your choice: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Add New Book 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Enter ISBN Number  : 1001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Enter Book Title   : Let Us 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Enter Author Name  : Yashavant Kanetkar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Enter Price (INR)  : 299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[OK] Book added successfully! Total: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1005840"/>
            <a:ext cx="338328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0058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 Cases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0" y="1444752"/>
            <a:ext cx="338328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444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0920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Result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810512"/>
            <a:ext cx="3383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1810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</a:rPr>
              <a:t>Add Book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60920" y="18105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A5A"/>
                </a:solidFill>
              </a:rPr>
              <a:t>✓ Success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2176272"/>
            <a:ext cx="3383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2176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</a:rPr>
              <a:t>Duplicate ISBN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60920" y="21762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✗ Blocked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2542032"/>
            <a:ext cx="3383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542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</a:rPr>
              <a:t>Search ISBN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60920" y="2542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A5A"/>
                </a:solidFill>
              </a:rPr>
              <a:t>✓ Found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2907792"/>
            <a:ext cx="3383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29077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</a:rPr>
              <a:t>Issue Book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60920" y="29077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A5A"/>
                </a:solidFill>
              </a:rPr>
              <a:t>✓ Issued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0" y="3273552"/>
            <a:ext cx="3383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32735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</a:rPr>
              <a:t>Re-issue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60920" y="32735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✗ Blocked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0" y="3639312"/>
            <a:ext cx="3383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36393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</a:rPr>
              <a:t>Return Book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60920" y="36393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A5A"/>
                </a:solidFill>
              </a:rPr>
              <a:t>✓ Returned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0" y="4005072"/>
            <a:ext cx="3383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40050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</a:rPr>
              <a:t>Delete Issued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60920" y="40050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✗ Blocked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0" y="4370832"/>
            <a:ext cx="3383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43708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</a:rPr>
              <a:t>Delete Avail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60920" y="43708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A5A"/>
                </a:solidFill>
              </a:rPr>
              <a:t>✓ Deleted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 &amp;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solidFill>
            <a:srgbClr val="1E3A55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919B"/>
                </a:solidFill>
              </a:rPr>
              <a:t>✦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Applied C structs to model real-world data (Book record)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8412480" cy="457200"/>
          </a:xfrm>
          <a:prstGeom prst="rect">
            <a:avLst/>
          </a:prstGeom>
          <a:solidFill>
            <a:srgbClr val="1E3A55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361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919B"/>
                </a:solidFill>
              </a:rPr>
              <a:t>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5361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Used arrays for in-memory storage and retrieval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066544"/>
            <a:ext cx="8412480" cy="457200"/>
          </a:xfrm>
          <a:prstGeom prst="rect">
            <a:avLst/>
          </a:prstGeom>
          <a:solidFill>
            <a:srgbClr val="1E3A55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665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919B"/>
                </a:solidFill>
              </a:rPr>
              <a:t>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06654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Practised functions for modular, readable 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8412480" cy="457200"/>
          </a:xfrm>
          <a:prstGeom prst="rect">
            <a:avLst/>
          </a:prstGeom>
          <a:solidFill>
            <a:srgbClr val="1E3A55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968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919B"/>
                </a:solidFill>
              </a:rPr>
              <a:t>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59689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Implemented linear search and CRUD operations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27248"/>
            <a:ext cx="8412480" cy="457200"/>
          </a:xfrm>
          <a:prstGeom prst="rect">
            <a:avLst/>
          </a:prstGeom>
          <a:solidFill>
            <a:srgbClr val="1E3A55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272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919B"/>
                </a:solidFill>
              </a:rPr>
              <a:t>✦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12724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Built a complete menu-driven console application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8412480" cy="457200"/>
          </a:xfrm>
          <a:prstGeom prst="rect">
            <a:avLst/>
          </a:prstGeom>
          <a:solidFill>
            <a:srgbClr val="1E3A55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919B"/>
                </a:solidFill>
              </a:rPr>
              <a:t>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Understood importance of input validation &amp; edge cases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251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</a:rPr>
              <a:t>This project demonstrates how C programming fundamentals can be combined to solve a real-world problem effectively.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4919B"/>
                </a:solidFill>
              </a:rPr>
              <a:t>Library Management System in 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83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1DCE8"/>
                </a:solidFill>
              </a:rPr>
              <a:t>MIT World Peace University, Pune
</a:t>
            </a:r>
            <a:pPr algn="ctr" indent="0" marL="0">
              <a:buNone/>
            </a:pPr>
            <a:r>
              <a:rPr lang="en-US" sz="1300" dirty="0">
                <a:solidFill>
                  <a:srgbClr val="D1DCE8"/>
                </a:solidFill>
              </a:rPr>
              <a:t>B.Tech CSE Core  |  Semester 2  |  Mini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dc:subject>Sem 2 Mini Project – C Programming</dc:subject>
  <dc:creator>MIT-WPU Student</dc:creator>
  <cp:lastModifiedBy>MIT-WPU Student</cp:lastModifiedBy>
  <cp:revision>1</cp:revision>
  <dcterms:created xsi:type="dcterms:W3CDTF">2026-04-19T23:50:42Z</dcterms:created>
  <dcterms:modified xsi:type="dcterms:W3CDTF">2026-04-19T23:50:42Z</dcterms:modified>
</cp:coreProperties>
</file>